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ilm_crest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D2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3108960" cy="3108960"/>
          </a:xfrm>
          <a:prstGeom prst="ellipse">
            <a:avLst/>
          </a:prstGeom>
          <a:solidFill>
            <a:srgbClr val="3D2418">
              <a:alpha val="70000"/>
            </a:srgbClr>
          </a:solidFill>
          <a:ln/>
        </p:spPr>
      </p:sp>
      <p:sp>
        <p:nvSpPr>
          <p:cNvPr id="4" name="Logo Badge"/>
          <p:cNvSpPr/>
          <p:nvPr/>
        </p:nvSpPr>
        <p:spPr>
          <a:xfrm>
            <a:off x="59436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25" name="Universit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44" y="551354"/>
            <a:ext cx="420000" cy="470058"/>
          </a:xfrm>
          <a:prstGeom prst="rect">
            <a:avLst/>
          </a:prstGeom>
        </p:spPr>
      </p:pic>
      <p:sp>
        <p:nvSpPr>
          <p:cNvPr id="6" name="Text 4"/>
          <p:cNvSpPr txBox="1"/>
          <p:nvPr/>
        </p:nvSpPr>
        <p:spPr>
          <a:xfrm>
            <a:off x="137160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Engineering, Greater Noida, U.P.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7600" cy="0"/>
          </a:xfrm>
          <a:prstGeom prst="line">
            <a:avLst/>
          </a:prstGeom>
          <a:noFill/>
          <a:ln w="12700">
            <a:solidFill>
              <a:srgbClr val="7A64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TOPIC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148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Development, Deployment and Maintenance of the ThumbbyX Web Application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MERN Application, Built and Deployed on AWS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937760"/>
            <a:ext cx="11274552" cy="1417320"/>
          </a:xfrm>
          <a:prstGeom prst="rect">
            <a:avLst/>
          </a:prstGeom>
          <a:solidFill>
            <a:srgbClr val="3D24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5138928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9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468112"/>
            <a:ext cx="2498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Shakshi Kumari Maurya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75838" y="5120640"/>
            <a:ext cx="0" cy="1051560"/>
          </a:xfrm>
          <a:prstGeom prst="line">
            <a:avLst/>
          </a:prstGeom>
          <a:noFill/>
          <a:ln w="12700">
            <a:solidFill>
              <a:srgbClr val="7A64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04438" y="5138928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9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504438" y="5468112"/>
            <a:ext cx="2498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CS-2341847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4476" y="5120640"/>
            <a:ext cx="0" cy="1051560"/>
          </a:xfrm>
          <a:prstGeom prst="line">
            <a:avLst/>
          </a:prstGeom>
          <a:noFill/>
          <a:ln w="12700">
            <a:solidFill>
              <a:srgbClr val="7A645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23076" y="5138928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9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BATCH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23076" y="5468112"/>
            <a:ext cx="2498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2023–2027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13114" y="5120640"/>
            <a:ext cx="0" cy="1051560"/>
          </a:xfrm>
          <a:prstGeom prst="line">
            <a:avLst/>
          </a:prstGeom>
          <a:noFill/>
          <a:ln w="12700">
            <a:solidFill>
              <a:srgbClr val="7A64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1714" y="5138928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9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141714" y="5468112"/>
            <a:ext cx="2498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Global Pvt. Ltd.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92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Duration: 03 June 2026 – 02 September 2026    |    Guide: Ms. Surabhi Purwar, SCSE, IILM University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 to the complete software development lifecycle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309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as a Software Developer Intern in the Technology &amp; Product Department at ThumbbyX Global Private Limited.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responsibility: development, deployment, maintenance, debugging and enhancement of the ThumbbyX web application.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ThumbbyX website (thumbbyx.com) from the ground up using the MERN stack and deployed it on AWS.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continued after launch — maintaining the software, resolving issues, and adding features as requirements evolved.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Bridged classroom knowledge from the B.Tech CSE program with real-world, production-grade engineering practice.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223760" y="1508760"/>
            <a:ext cx="4434840" cy="4800600"/>
          </a:xfrm>
          <a:prstGeom prst="roundRect">
            <a:avLst>
              <a:gd name="adj" fmla="val 2474"/>
            </a:avLst>
          </a:prstGeom>
          <a:solidFill>
            <a:srgbClr val="2B18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1874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807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C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 (Jun – Sep 2026)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32918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MERN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3913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42245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C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Node.js, Express.js, MongoDB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47091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5330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56418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C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platform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Internship Report  |  Shakshi Kumari Maurya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Global Private Limited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is a technology-driven startup working in construction technology, building a digital platform that connects construction professionals — contractors, civil engineers, and related trades — with verified profiles and relevant project opportunities. Incorporated in 2025 and registered in Bihar, the company is classified under computer programming and consultancy activities. During the internship, I worked in the Technology &amp; Product Department building and improving the core web platform, from initial development through to production deployment and ongoing maintenance.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6542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thumbbyx.com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500176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974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52212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info@thumbbyx.com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568696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541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788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limited company, Bihar (est. 2025)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52360" y="1508760"/>
            <a:ext cx="4206240" cy="4343400"/>
          </a:xfrm>
          <a:prstGeom prst="roundRect">
            <a:avLst>
              <a:gd name="adj" fmla="val 2609"/>
            </a:avLst>
          </a:prstGeom>
          <a:solidFill>
            <a:srgbClr val="3D241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 CITIES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18120" y="2368296"/>
            <a:ext cx="109728" cy="109728"/>
          </a:xfrm>
          <a:prstGeom prst="ellipse">
            <a:avLst/>
          </a:prstGeom>
          <a:solidFill>
            <a:srgbClr val="D97D5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818120" y="2825496"/>
            <a:ext cx="109728" cy="109728"/>
          </a:xfrm>
          <a:prstGeom prst="ellipse">
            <a:avLst/>
          </a:prstGeom>
          <a:solidFill>
            <a:srgbClr val="D97D5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18120" y="3282696"/>
            <a:ext cx="109728" cy="109728"/>
          </a:xfrm>
          <a:prstGeom prst="ellipse">
            <a:avLst/>
          </a:prstGeom>
          <a:solidFill>
            <a:srgbClr val="D97D5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818120" y="3739896"/>
            <a:ext cx="109728" cy="109728"/>
          </a:xfrm>
          <a:prstGeom prst="ellipse">
            <a:avLst/>
          </a:prstGeom>
          <a:solidFill>
            <a:srgbClr val="D97D5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18120" y="4197096"/>
            <a:ext cx="109728" cy="109728"/>
          </a:xfrm>
          <a:prstGeom prst="ellipse">
            <a:avLst/>
          </a:prstGeom>
          <a:solidFill>
            <a:srgbClr val="D97D5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7091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3C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enables professionals to build digital profiles, undergo verification, and access relevant project opportunities.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Internship Report  |  Shakshi Kumari Maurya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ThumbbyX build was incomplete and not production-ready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  <a:effectLst>
            <a:outerShdw sx="100000" sy="100000" kx="0" ky="0" algn="bl" rotWithShape="0" blurRad="76200" dist="25400" dir="5400000">
              <a:srgbClr val="2B181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04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backend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requests could repeatedly crash the server.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9976" y="1508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  <a:effectLst>
            <a:outerShdw sx="100000" sy="100000" kx="0" ky="0" algn="bl" rotWithShape="0" blurRad="76200" dist="25400" dir="5400000">
              <a:srgbClr val="2B181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176479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404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frontend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UI parts still needed to be built.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11312" y="1508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  <a:effectLst>
            <a:outerShdw sx="100000" sy="100000" kx="0" ky="0" algn="bl" rotWithShape="0" blurRad="76200" dist="25400" dir="5400000">
              <a:srgbClr val="2B181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7344" y="176479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67344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67344" y="2404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integration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67344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were not reliably connected.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1363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  <a:effectLst>
            <a:outerShdw sx="100000" sy="100000" kx="0" ky="0" algn="bl" rotWithShape="0" blurRad="76200" dist="25400" dir="5400000">
              <a:srgbClr val="2B181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6966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8097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193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had not been prepared for the cloud.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79976" y="391363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  <a:effectLst>
            <a:outerShdw sx="100000" sy="100000" kx="0" ky="0" algn="bl" rotWithShape="0" blurRad="76200" dist="25400" dir="5400000">
              <a:srgbClr val="2B181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416966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36008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48097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gaps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193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testing and debugging before/after launch.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11312" y="391363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  <a:effectLst>
            <a:outerShdw sx="100000" sy="100000" kx="0" ky="0" algn="bl" rotWithShape="0" blurRad="76200" dist="25400" dir="5400000">
              <a:srgbClr val="2B181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67344" y="416966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67344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467344" y="48097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Future-readiness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67344" y="5193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had to support upcoming feature growth.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Internship Report  |  Shakshi Kumari Maurya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aimed to achieve,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5453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ThumbbyX web application from scratch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12264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frontend using React.js with full user-facing functionality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25694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backend services and APIs using Node.js and Express.js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3639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MongoDB for persistent data storage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35935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frontend, backend and database into one full-stack app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60020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15453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completed application on Amazon Web Services (AWS)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2112264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02552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application and identify issues during/after deployment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2624328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02552" y="25694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and resolve software problems as they occurred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313639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02552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deployed application and its existing functionality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3648456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02552" y="35935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feature upgrades as project requirements changed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Internship Report  |  Shakshi Kumari Maurya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ground-up development through production deployment and upkeep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84832" cy="4023360"/>
          </a:xfrm>
          <a:prstGeom prst="roundRect">
            <a:avLst>
              <a:gd name="adj" fmla="val 4386"/>
            </a:avLst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7101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69748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42900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pages, reusable components, forms, navigation and interactive elements.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6352" y="1508760"/>
            <a:ext cx="2084832" cy="4023360"/>
          </a:xfrm>
          <a:prstGeom prst="roundRect">
            <a:avLst>
              <a:gd name="adj" fmla="val 4386"/>
            </a:avLst>
          </a:prstGeom>
          <a:solidFill>
            <a:srgbClr val="D97D55"/>
          </a:solidFill>
          <a:ln/>
        </p:spPr>
      </p:sp>
      <p:sp>
        <p:nvSpPr>
          <p:cNvPr id="10" name="Shape 8"/>
          <p:cNvSpPr/>
          <p:nvPr/>
        </p:nvSpPr>
        <p:spPr>
          <a:xfrm>
            <a:off x="3538728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872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269748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342900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APIs handling requests, logic and responses to the frontend.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84064" y="1508760"/>
            <a:ext cx="2084832" cy="4023360"/>
          </a:xfrm>
          <a:prstGeom prst="roundRect">
            <a:avLst>
              <a:gd name="adj" fmla="val 4386"/>
            </a:avLst>
          </a:prstGeom>
          <a:solidFill>
            <a:srgbClr val="B85042"/>
          </a:solidFill>
          <a:ln/>
        </p:spPr>
      </p:sp>
      <p:sp>
        <p:nvSpPr>
          <p:cNvPr id="15" name="Shape 13"/>
          <p:cNvSpPr/>
          <p:nvPr/>
        </p:nvSpPr>
        <p:spPr>
          <a:xfrm>
            <a:off x="580644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064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48656" y="269748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48656" y="342900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used to create, retrieve, update and manage application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51776" y="1508760"/>
            <a:ext cx="2084832" cy="4023360"/>
          </a:xfrm>
          <a:prstGeom prst="roundRect">
            <a:avLst>
              <a:gd name="adj" fmla="val 4386"/>
            </a:avLst>
          </a:prstGeom>
          <a:solidFill>
            <a:srgbClr val="D97D55"/>
          </a:solidFill>
          <a:ln/>
        </p:spPr>
      </p:sp>
      <p:sp>
        <p:nvSpPr>
          <p:cNvPr id="20" name="Shape 18"/>
          <p:cNvSpPr/>
          <p:nvPr/>
        </p:nvSpPr>
        <p:spPr>
          <a:xfrm>
            <a:off x="8074152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7415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16368" y="269748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16368" y="342900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environment configured, application deployed and verified live.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19488" y="1508760"/>
            <a:ext cx="2084832" cy="4023360"/>
          </a:xfrm>
          <a:prstGeom prst="roundRect">
            <a:avLst>
              <a:gd name="adj" fmla="val 4386"/>
            </a:avLst>
          </a:prstGeom>
          <a:solidFill>
            <a:srgbClr val="B8504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41864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4186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269748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Upgrades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342900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debugging, testing and feature enhancement post-launch.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Internship Report  |  Shakshi Kumari Maurya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MERN stack, supported by AWS for cloud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  <a:effectLst>
            <a:outerShdw sx="100000" sy="100000" kx="0" ky="0" algn="bl" rotWithShape="0" blurRad="76200" dist="25400" dir="5400000">
              <a:srgbClr val="2B181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2436" y="187452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2436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24612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persistent storage &amp; management of app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16352" y="16002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  <a:effectLst>
            <a:outerShdw sx="100000" sy="100000" kx="0" ky="0" algn="bl" rotWithShape="0" blurRad="76200" dist="25400" dir="5400000">
              <a:srgbClr val="2B181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0148" y="187452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0148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8346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324612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 — API dev, routing, request handling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84064" y="16002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  <a:effectLst>
            <a:outerShdw sx="100000" sy="100000" kx="0" ky="0" algn="bl" rotWithShape="0" blurRad="76200" dist="25400" dir="5400000">
              <a:srgbClr val="2B181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37860" y="187452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3786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221224" y="28346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48656" y="324612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 — interactive, component-based UI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51776" y="16002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  <a:effectLst>
            <a:outerShdw sx="100000" sy="100000" kx="0" ky="0" algn="bl" rotWithShape="0" blurRad="76200" dist="25400" dir="5400000">
              <a:srgbClr val="2B181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5572" y="187452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05572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28346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516368" y="324612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 executes backend JavaScript services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19488" y="16002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  <a:effectLst>
            <a:outerShdw sx="100000" sy="100000" kx="0" ky="0" algn="bl" rotWithShape="0" blurRad="76200" dist="25400" dir="5400000">
              <a:srgbClr val="2B181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73284" y="187452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273284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756648" y="28346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324612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 — deployment &amp; hosting of the application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709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architecture: React, Node.js, Express.js and MongoDB were integrated together, then deployed and hosted on AWS.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Internship Report  |  Shakshi Kumari Maurya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Client-server, full-stack MERN architecture deployed via AWS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1783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3D2418"/>
          </a:solidFill>
          <a:ln w="15875">
            <a:solidFill>
              <a:srgbClr val="D97D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Browser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221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user interacts via the web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07792" y="2587752"/>
            <a:ext cx="219456" cy="265176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28803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3D2418"/>
          </a:solidFill>
          <a:ln w="15875">
            <a:solidFill>
              <a:srgbClr val="D97D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319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layer, sends requests to backend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07792" y="3685032"/>
            <a:ext cx="219456" cy="265176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39776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3D2418"/>
          </a:solidFill>
          <a:ln w="15875">
            <a:solidFill>
              <a:srgbClr val="D97D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Backend / APIs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416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requests &amp; app logic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07792" y="4782312"/>
            <a:ext cx="219456" cy="265176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50749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3D2418"/>
          </a:solidFill>
          <a:ln w="15875">
            <a:solidFill>
              <a:srgbClr val="D97D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8872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Database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513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storage layer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74320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3649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APIs hosted in a production-ready AWS cloud environment.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66360" y="4229100"/>
            <a:ext cx="1280160" cy="274320"/>
          </a:xfrm>
          <a:prstGeom prst="rightArrow">
            <a:avLst/>
          </a:prstGeom>
          <a:solidFill>
            <a:srgbClr val="D97D5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57800" y="3685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Internship Report  |  Shakshi Kumari Maurya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iterative development approach across ten repeated stages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8740" y="17830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487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Understanding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9464" y="2304288"/>
            <a:ext cx="128016" cy="14630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2706624" y="16002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1004" y="1783080"/>
            <a:ext cx="457200" cy="457200"/>
          </a:xfrm>
          <a:prstGeom prst="ellipse">
            <a:avLst/>
          </a:prstGeom>
          <a:solidFill>
            <a:srgbClr val="D97D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6100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98064" y="237744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Planning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04288"/>
            <a:ext cx="128016" cy="14630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4818888" y="16002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3268" y="17830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732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237744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93992" y="2304288"/>
            <a:ext cx="128016" cy="14630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6931152" y="16002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5532" y="1783080"/>
            <a:ext cx="457200" cy="457200"/>
          </a:xfrm>
          <a:prstGeom prst="ellipse">
            <a:avLst/>
          </a:prstGeom>
          <a:solidFill>
            <a:srgbClr val="D97D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55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237744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06256" y="2304288"/>
            <a:ext cx="128016" cy="14630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4" name="Shape 22"/>
          <p:cNvSpPr/>
          <p:nvPr/>
        </p:nvSpPr>
        <p:spPr>
          <a:xfrm>
            <a:off x="9043416" y="16002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97796" y="17830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9779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34856" y="237744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34747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48740" y="3657600"/>
            <a:ext cx="457200" cy="457200"/>
          </a:xfrm>
          <a:prstGeom prst="ellipse">
            <a:avLst/>
          </a:prstGeom>
          <a:solidFill>
            <a:srgbClr val="D97D5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3487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425196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Frontend-Backend Integration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9464" y="4178808"/>
            <a:ext cx="128016" cy="14630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3" name="Shape 31"/>
          <p:cNvSpPr/>
          <p:nvPr/>
        </p:nvSpPr>
        <p:spPr>
          <a:xfrm>
            <a:off x="2706624" y="34747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61004" y="36576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61004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798064" y="425196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81728" y="4178808"/>
            <a:ext cx="128016" cy="14630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8" name="Shape 36"/>
          <p:cNvSpPr/>
          <p:nvPr/>
        </p:nvSpPr>
        <p:spPr>
          <a:xfrm>
            <a:off x="4818888" y="34747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73268" y="3657600"/>
            <a:ext cx="457200" cy="457200"/>
          </a:xfrm>
          <a:prstGeom prst="ellipse">
            <a:avLst/>
          </a:prstGeom>
          <a:solidFill>
            <a:srgbClr val="D97D5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57326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910328" y="425196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93992" y="4178808"/>
            <a:ext cx="128016" cy="14630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43" name="Shape 41"/>
          <p:cNvSpPr/>
          <p:nvPr/>
        </p:nvSpPr>
        <p:spPr>
          <a:xfrm>
            <a:off x="6931152" y="34747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85532" y="36576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685532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022592" y="425196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906256" y="4178808"/>
            <a:ext cx="128016" cy="14630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48" name="Shape 46"/>
          <p:cNvSpPr/>
          <p:nvPr/>
        </p:nvSpPr>
        <p:spPr>
          <a:xfrm>
            <a:off x="9043416" y="34747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FE0D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97796" y="3657600"/>
            <a:ext cx="457200" cy="457200"/>
          </a:xfrm>
          <a:prstGeom prst="ellipse">
            <a:avLst/>
          </a:prstGeom>
          <a:solidFill>
            <a:srgbClr val="D97D5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797796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134856" y="425196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Enhancement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Internship Report  |  Shakshi Kumari Maurya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Internship Responsibilities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areas of ownership across the internship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5819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8928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ThumbbyX website from scratch using the MERN stack.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30568" y="15819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830568" y="18928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user-facing interfaces &amp; interactivity with React.js.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7523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063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server-side functionality and APIs with Node.js &amp; Express.js.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72200" y="2770632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27523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30568" y="3063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MongoDB for persistent application data.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3941064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39227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2336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the application on AWS.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172200" y="3941064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30568" y="39227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42336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and fixed software issues and errors.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5111496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50932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54041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deployed software and verified functionality.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172200" y="5111496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7220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30568" y="50932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Upgrades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830568" y="54041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and modified features per evolving requirements.</a:t>
            </a:r>
            <a:endParaRPr lang="en-US" sz="108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Internship Report  |  Shakshi Kumari Maurya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delivered for ThumbbyX and for my own growth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270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ThumbbyX web application, developed from scratch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18541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integration of frontend, backend and database via MERN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8437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deployment of the application on AWS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5021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maintainable system that can be debugged and modified over time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5270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through ongoing feature upgrades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25856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18541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in full-stack development and cloud deployment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2916936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28437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understanding of debugging, testing and production practices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ThumbbyX Internship Report  |  Shakshi Kumari Maurya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3D241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3D241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Development, Deployment and Maintenance of ThumbbyX — MERN Stack &amp; AWS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0" y="40233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Shakshi Kumari Maurya  |  CS-2341847  |  B.Tech CSE  |  IILM University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0" y="4370832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9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Guide: Ms. Surabhi Purwar, School of Computer Science and Engineering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2026-09-10T06:39:31Z</dcterms:created>
  <dcterms:modified xsi:type="dcterms:W3CDTF">2026-09-10T06:39:31Z</dcterms:modified>
</cp:coreProperties>
</file>